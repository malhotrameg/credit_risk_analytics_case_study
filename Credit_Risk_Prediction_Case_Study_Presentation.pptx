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55549-1B28-4A47-B247-9688B0FE6A39}" v="221" dt="2026-09-30T07:46:59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Machine Learning Driven Credit Risk Assessment</a:t>
            </a:r>
            <a:endParaRPr lang="en-US" sz="3200" b="1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Calibri"/>
                <a:ea typeface="Calibri"/>
                <a:cs typeface="Calibri"/>
              </a:rPr>
              <a:t>Author: Megha Malhotra</a:t>
            </a:r>
            <a:endParaRPr lang="en-US" sz="3200">
              <a:latin typeface="Calibri"/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49B1D-1870-8C0A-B493-75C01828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Business Problem</a:t>
            </a:r>
          </a:p>
          <a:p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B9A7-1FEF-8F9A-AA40-5CCE447C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Challenge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Can we identify high-risk borrowers before extending credit?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Objectives</a:t>
            </a:r>
            <a:endParaRPr lang="en-US" b="1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Reduce loan losses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Improve risk assessment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Support credit decision-making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Enable explainable analytics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72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2066-E4C1-5118-33F2-065CBCFE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Dataset Overview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1648C-37A5-CEC7-14BD-EFAE5BCC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456"/>
            <a:ext cx="10515600" cy="462450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Dataset: Give Me Some Credit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Records: 150,000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Target Variable: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SeriousDlqin2yrs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Features: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Credit Utilization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Debt Ratio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Monthly Income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Delinquency History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Open Credit Accounts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5E6FC-F3C6-B56C-F988-539ED12E7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206" y="1711051"/>
            <a:ext cx="5585337" cy="415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87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8A74-9F6D-DE48-E64D-8E5AB0CE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Exploratory Data Analysis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D648-8ED1-4BEE-7C9B-AF728B2E6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239"/>
            <a:ext cx="5328162" cy="4710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Major Observations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Strong class imbalance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Delinquency variables associated with default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• Significant financial outliers detected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AA522-F963-2872-1C27-1FA298E2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88" y="1689046"/>
            <a:ext cx="6064399" cy="49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4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01A4-B25E-3F4B-C6AF-B3AA8216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Model Comparison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521D3F-B277-14D1-C056-7C8B4CC06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223822"/>
              </p:ext>
            </p:extLst>
          </p:nvPr>
        </p:nvGraphicFramePr>
        <p:xfrm>
          <a:off x="838200" y="1825625"/>
          <a:ext cx="105156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402312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8529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ROC-AUC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00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Logistic Regression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0.716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04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Random Forest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0.850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82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XGBoost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0.869</a:t>
                      </a: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ctr">
                        <a:buNone/>
                      </a:pPr>
                      <a:endParaRPr lang="en-US" sz="1600" b="1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4797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DBE8E7-483B-8CC1-AE9C-2A1A886E86BA}"/>
              </a:ext>
            </a:extLst>
          </p:cNvPr>
          <p:cNvSpPr txBox="1"/>
          <p:nvPr/>
        </p:nvSpPr>
        <p:spPr>
          <a:xfrm>
            <a:off x="840068" y="4812028"/>
            <a:ext cx="86052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XGBoost</a:t>
            </a:r>
            <a:r>
              <a:rPr lang="en-US" dirty="0">
                <a:latin typeface="Calibri"/>
                <a:ea typeface="Calibri"/>
                <a:cs typeface="Calibri"/>
              </a:rPr>
              <a:t> delivered the strongest predictive performance and was selected for deployment.</a:t>
            </a:r>
            <a:endParaRPr lang="en-US">
              <a:latin typeface="Calibri"/>
              <a:ea typeface="Calibri"/>
              <a:cs typeface="Calibri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2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4791-7B15-3D91-3C05-1AD28B30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Key Findings and Recommendations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D55B-76EA-DF8F-0115-9AE585325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Findings: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Historical delinquency is the strongest risk indicator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Credit utilization significantly impacts risk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Debt-related metrics contribute to default </a:t>
            </a:r>
            <a:r>
              <a:rPr lang="en-US" dirty="0" err="1">
                <a:latin typeface="Calibri"/>
                <a:ea typeface="Calibri"/>
                <a:cs typeface="Calibri"/>
              </a:rPr>
              <a:t>behaviour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latin typeface="Calibri"/>
                <a:ea typeface="Calibri"/>
                <a:cs typeface="Calibri"/>
              </a:rPr>
              <a:t>Recommendations: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Deploy </a:t>
            </a:r>
            <a:r>
              <a:rPr lang="en-US" dirty="0" err="1">
                <a:latin typeface="Calibri"/>
                <a:ea typeface="Calibri"/>
                <a:cs typeface="Calibri"/>
              </a:rPr>
              <a:t>XGBoost</a:t>
            </a:r>
            <a:endParaRPr lang="en-US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Use SHAP explainability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Implement automated borrower risk flags</a:t>
            </a:r>
          </a:p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• Monitor model performance quarterly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209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Machine Learning Driven Credit Risk Assessment </vt:lpstr>
      <vt:lpstr>Business Problem </vt:lpstr>
      <vt:lpstr>Dataset Overview </vt:lpstr>
      <vt:lpstr>Exploratory Data Analysis </vt:lpstr>
      <vt:lpstr>Model Comparison </vt:lpstr>
      <vt:lpstr>Key Findings and Recommendations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2026-09-30T07:22:48Z</dcterms:created>
  <dcterms:modified xsi:type="dcterms:W3CDTF">2026-09-30T07:48:02Z</dcterms:modified>
</cp:coreProperties>
</file>